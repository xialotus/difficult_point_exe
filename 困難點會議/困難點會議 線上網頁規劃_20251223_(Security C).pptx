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5"/>
  </p:notesMasterIdLst>
  <p:handoutMasterIdLst>
    <p:handoutMasterId r:id="rId6"/>
  </p:handoutMasterIdLst>
  <p:sldIdLst>
    <p:sldId id="542" r:id="rId2"/>
    <p:sldId id="544" r:id="rId3"/>
    <p:sldId id="545" r:id="rId4"/>
  </p:sldIdLst>
  <p:sldSz cx="9144000" cy="5143500" type="screen16x9"/>
  <p:notesSz cx="6797675" cy="9928225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B050"/>
    <a:srgbClr val="FF0909"/>
    <a:srgbClr val="FF0000"/>
    <a:srgbClr val="4472C4"/>
    <a:srgbClr val="C5E0B4"/>
    <a:srgbClr val="2F528F"/>
    <a:srgbClr val="000000"/>
    <a:srgbClr val="2E75B6"/>
    <a:srgbClr val="F8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113A9D2-9D6B-4929-AA2D-F23B5EE8CBE7}" styleName="佈景主題樣式 2 - 輔色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327F97BB-C833-4FB7-BDE5-3F7075034690}" styleName="佈景主題樣式 2 - 輔色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21" autoAdjust="0"/>
    <p:restoredTop sz="95383" autoAdjust="0"/>
  </p:normalViewPr>
  <p:slideViewPr>
    <p:cSldViewPr>
      <p:cViewPr>
        <p:scale>
          <a:sx n="100" d="100"/>
          <a:sy n="100" d="100"/>
        </p:scale>
        <p:origin x="-989" y="-394"/>
      </p:cViewPr>
      <p:guideLst>
        <p:guide orient="horz" pos="2160"/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34" d="100"/>
          <a:sy n="134" d="100"/>
        </p:scale>
        <p:origin x="442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5984C-A4EF-194D-9A36-44511C5545FA}" type="datetimeFigureOut">
              <a:rPr kumimoji="1" lang="zh-TW" altLang="en-US" smtClean="0"/>
              <a:t>2025/12/23</a:t>
            </a:fld>
            <a:endParaRPr kumimoji="1"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06954-EC81-234C-A609-B73BDC8399B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853472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19B3F7-D2E3-4DB9-A28B-8CA26004AF2F}" type="datetimeFigureOut">
              <a:rPr lang="zh-TW" altLang="en-US" smtClean="0"/>
              <a:t>2025/12/23</a:t>
            </a:fld>
            <a:endParaRPr lang="zh-TW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8D4769-8042-4CDB-B5AF-ED545880C65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476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395536" y="789553"/>
            <a:ext cx="4100264" cy="3843170"/>
          </a:xfrm>
        </p:spPr>
        <p:txBody>
          <a:bodyPr/>
          <a:lstStyle>
            <a:lvl1pPr marL="273050" indent="-265113">
              <a:buClr>
                <a:schemeClr val="accent5"/>
              </a:buClr>
              <a:buFont typeface="Arial"/>
              <a:buChar char="•"/>
              <a:tabLst/>
              <a:defRPr/>
            </a:lvl1pPr>
            <a:lvl2pPr marL="504000" indent="-252000">
              <a:buClr>
                <a:schemeClr val="accent5"/>
              </a:buClr>
              <a:buFont typeface="Arial"/>
              <a:buChar char="•"/>
              <a:defRPr/>
            </a:lvl2pPr>
            <a:lvl3pPr marL="720000" indent="-180000">
              <a:buClr>
                <a:schemeClr val="accent5"/>
              </a:buClr>
              <a:buFont typeface="Arial"/>
              <a:buChar char="•"/>
              <a:defRPr/>
            </a:lvl3pPr>
            <a:lvl4pPr marL="900000" indent="-180000">
              <a:buClr>
                <a:schemeClr val="accent5"/>
              </a:buClr>
              <a:buFont typeface="Arial"/>
              <a:buChar char="•"/>
              <a:defRPr/>
            </a:lvl4pPr>
          </a:lstStyle>
          <a:p>
            <a:pPr lvl="0"/>
            <a:r>
              <a:rPr kumimoji="1" lang="zh-TW" altLang="en-US" dirty="0" smtClean="0"/>
              <a:t>第一層</a:t>
            </a:r>
            <a:endParaRPr kumimoji="1" lang="en-US" altLang="zh-TW" dirty="0" smtClean="0"/>
          </a:p>
          <a:p>
            <a:pPr lvl="1"/>
            <a:r>
              <a:rPr kumimoji="1" lang="zh-TW" altLang="en-US" dirty="0" smtClean="0"/>
              <a:t>第二層</a:t>
            </a:r>
            <a:endParaRPr kumimoji="1" lang="en-US" altLang="zh-TW" dirty="0" smtClean="0"/>
          </a:p>
          <a:p>
            <a:pPr lvl="2"/>
            <a:r>
              <a:rPr kumimoji="1" lang="zh-TW" altLang="en-US" dirty="0" smtClean="0"/>
              <a:t>第三層</a:t>
            </a:r>
            <a:endParaRPr kumimoji="1" lang="en-US" altLang="zh-TW" dirty="0" smtClean="0"/>
          </a:p>
          <a:p>
            <a:pPr lvl="3"/>
            <a:r>
              <a:rPr kumimoji="1" lang="zh-TW" altLang="en-US" dirty="0" smtClean="0"/>
              <a:t>第四層</a:t>
            </a:r>
            <a:endParaRPr kumimoji="1" lang="zh-TW" altLang="en-US" dirty="0"/>
          </a:p>
        </p:txBody>
      </p:sp>
      <p:sp>
        <p:nvSpPr>
          <p:cNvPr id="8" name="內容版面配置區 2"/>
          <p:cNvSpPr>
            <a:spLocks noGrp="1"/>
          </p:cNvSpPr>
          <p:nvPr>
            <p:ph sz="half" idx="13" hasCustomPrompt="1"/>
          </p:nvPr>
        </p:nvSpPr>
        <p:spPr>
          <a:xfrm>
            <a:off x="4434781" y="789553"/>
            <a:ext cx="4100264" cy="3843170"/>
          </a:xfrm>
        </p:spPr>
        <p:txBody>
          <a:bodyPr/>
          <a:lstStyle>
            <a:lvl1pPr marL="273050" indent="-265113">
              <a:buClr>
                <a:schemeClr val="accent5"/>
              </a:buClr>
              <a:buFont typeface="Arial"/>
              <a:buChar char="•"/>
              <a:tabLst/>
              <a:defRPr/>
            </a:lvl1pPr>
            <a:lvl2pPr marL="504000" indent="-252000">
              <a:buClr>
                <a:schemeClr val="accent5"/>
              </a:buClr>
              <a:buFont typeface="Arial"/>
              <a:buChar char="•"/>
              <a:defRPr/>
            </a:lvl2pPr>
            <a:lvl3pPr marL="720000" indent="-180000">
              <a:buClr>
                <a:schemeClr val="accent5"/>
              </a:buClr>
              <a:buFont typeface="Arial"/>
              <a:buChar char="•"/>
              <a:defRPr/>
            </a:lvl3pPr>
            <a:lvl4pPr marL="900000" indent="-180000">
              <a:buClr>
                <a:schemeClr val="accent5"/>
              </a:buClr>
              <a:buFont typeface="Arial"/>
              <a:buChar char="•"/>
              <a:defRPr/>
            </a:lvl4pPr>
          </a:lstStyle>
          <a:p>
            <a:pPr lvl="0"/>
            <a:r>
              <a:rPr kumimoji="1" lang="zh-TW" altLang="en-US" dirty="0" smtClean="0"/>
              <a:t>第一層</a:t>
            </a:r>
            <a:endParaRPr kumimoji="1" lang="en-US" altLang="zh-TW" dirty="0" smtClean="0"/>
          </a:p>
          <a:p>
            <a:pPr lvl="1"/>
            <a:r>
              <a:rPr kumimoji="1" lang="zh-TW" altLang="en-US" dirty="0" smtClean="0"/>
              <a:t>第二層</a:t>
            </a:r>
            <a:endParaRPr kumimoji="1" lang="en-US" altLang="zh-TW" dirty="0" smtClean="0"/>
          </a:p>
          <a:p>
            <a:pPr lvl="2"/>
            <a:r>
              <a:rPr kumimoji="1" lang="zh-TW" altLang="en-US" dirty="0" smtClean="0"/>
              <a:t>第三層</a:t>
            </a:r>
            <a:endParaRPr kumimoji="1" lang="en-US" altLang="zh-TW" dirty="0" smtClean="0"/>
          </a:p>
          <a:p>
            <a:pPr lvl="3"/>
            <a:r>
              <a:rPr kumimoji="1" lang="zh-TW" altLang="en-US" dirty="0" smtClean="0"/>
              <a:t>第四層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65977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000"/>
            </a:lvl1pPr>
          </a:lstStyle>
          <a:p>
            <a:endParaRPr kumimoji="1" lang="zh-TW" altLang="en-US" dirty="0"/>
          </a:p>
        </p:txBody>
      </p:sp>
      <p:sp>
        <p:nvSpPr>
          <p:cNvPr id="4" name="文字版面配置區 2"/>
          <p:cNvSpPr>
            <a:spLocks noGrp="1"/>
          </p:cNvSpPr>
          <p:nvPr>
            <p:ph idx="1" hasCustomPrompt="1"/>
          </p:nvPr>
        </p:nvSpPr>
        <p:spPr>
          <a:xfrm>
            <a:off x="395536" y="789553"/>
            <a:ext cx="8119814" cy="3843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 smtClean="0"/>
              <a:t>第一層</a:t>
            </a:r>
            <a:endParaRPr kumimoji="1" lang="en-US" altLang="zh-TW" dirty="0" smtClean="0"/>
          </a:p>
          <a:p>
            <a:pPr lvl="1"/>
            <a:r>
              <a:rPr kumimoji="1" lang="zh-TW" altLang="en-US" dirty="0" smtClean="0"/>
              <a:t>第二層</a:t>
            </a:r>
            <a:endParaRPr kumimoji="1" lang="en-US" altLang="zh-TW" dirty="0" smtClean="0"/>
          </a:p>
          <a:p>
            <a:pPr lvl="2"/>
            <a:r>
              <a:rPr kumimoji="1" lang="zh-TW" altLang="en-US" dirty="0" smtClean="0"/>
              <a:t>第三層</a:t>
            </a:r>
            <a:endParaRPr kumimoji="1" lang="en-US" altLang="zh-TW" dirty="0" smtClean="0"/>
          </a:p>
          <a:p>
            <a:pPr lvl="3"/>
            <a:r>
              <a:rPr kumimoji="1" lang="zh-TW" altLang="en-US" dirty="0" smtClean="0"/>
              <a:t>第四層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101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3883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clude th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95537" y="249492"/>
            <a:ext cx="3184277" cy="864096"/>
          </a:xfrm>
        </p:spPr>
        <p:txBody>
          <a:bodyPr anchor="b"/>
          <a:lstStyle>
            <a:lvl1pPr>
              <a:defRPr sz="3200"/>
            </a:lvl1pPr>
          </a:lstStyle>
          <a:p>
            <a:endParaRPr kumimoji="1"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3887788" y="740569"/>
            <a:ext cx="4629150" cy="3655219"/>
          </a:xfrm>
        </p:spPr>
        <p:txBody>
          <a:bodyPr/>
          <a:lstStyle>
            <a:lvl1pPr marL="257175" indent="-257175">
              <a:buClr>
                <a:schemeClr val="accent5"/>
              </a:buClr>
              <a:buFont typeface="Arial"/>
              <a:buChar char="•"/>
              <a:tabLst/>
              <a:defRPr sz="3200"/>
            </a:lvl1pPr>
            <a:lvl2pPr marL="504000" indent="-252000">
              <a:buClr>
                <a:schemeClr val="accent5"/>
              </a:buClr>
              <a:buFont typeface="Arial"/>
              <a:buChar char="•"/>
              <a:defRPr sz="2800" baseline="0"/>
            </a:lvl2pPr>
            <a:lvl3pPr marL="720000" indent="-180000">
              <a:buClr>
                <a:schemeClr val="accent5"/>
              </a:buClr>
              <a:buFont typeface="Arial"/>
              <a:buChar char="•"/>
              <a:defRPr sz="2400" baseline="0"/>
            </a:lvl3pPr>
            <a:lvl4pPr marL="900000" indent="-180000">
              <a:buClr>
                <a:schemeClr val="accent5"/>
              </a:buClr>
              <a:buFont typeface="Arial"/>
              <a:buChar char="•"/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 dirty="0" smtClean="0"/>
              <a:t>第一層</a:t>
            </a:r>
            <a:endParaRPr kumimoji="1" lang="en-US" altLang="zh-TW" dirty="0" smtClean="0"/>
          </a:p>
          <a:p>
            <a:pPr lvl="1"/>
            <a:r>
              <a:rPr kumimoji="1" lang="zh-TW" altLang="en-US" dirty="0" smtClean="0"/>
              <a:t>第二層</a:t>
            </a:r>
            <a:endParaRPr kumimoji="1" lang="en-US" altLang="zh-TW" dirty="0" smtClean="0"/>
          </a:p>
          <a:p>
            <a:pPr lvl="2"/>
            <a:r>
              <a:rPr kumimoji="1" lang="zh-TW" altLang="en-US" dirty="0" smtClean="0"/>
              <a:t>第三層</a:t>
            </a:r>
            <a:endParaRPr kumimoji="1" lang="en-US" altLang="zh-TW" dirty="0" smtClean="0"/>
          </a:p>
          <a:p>
            <a:pPr lvl="3"/>
            <a:r>
              <a:rPr kumimoji="1" lang="zh-TW" altLang="en-US" dirty="0" smtClean="0"/>
              <a:t>第四層</a:t>
            </a:r>
            <a:endParaRPr kumimoji="1" lang="zh-TW" alt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95537" y="1167594"/>
            <a:ext cx="3184277" cy="323414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72442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the title of th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3707904" y="740569"/>
            <a:ext cx="4809034" cy="3655219"/>
          </a:xfrm>
        </p:spPr>
        <p:txBody>
          <a:bodyPr>
            <a:norm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 dirty="0"/>
          </a:p>
        </p:txBody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395537" y="249492"/>
            <a:ext cx="3184277" cy="864096"/>
          </a:xfrm>
        </p:spPr>
        <p:txBody>
          <a:bodyPr anchor="b"/>
          <a:lstStyle>
            <a:lvl1pPr>
              <a:defRPr sz="3200"/>
            </a:lvl1pPr>
          </a:lstStyle>
          <a:p>
            <a:endParaRPr kumimoji="1" lang="zh-TW" altLang="en-US" dirty="0"/>
          </a:p>
        </p:txBody>
      </p:sp>
      <p:sp>
        <p:nvSpPr>
          <p:cNvPr id="9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95537" y="1167594"/>
            <a:ext cx="3184277" cy="323414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0726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/>
          <p:cNvSpPr txBox="1"/>
          <p:nvPr userDrawn="1"/>
        </p:nvSpPr>
        <p:spPr>
          <a:xfrm>
            <a:off x="5969000" y="4635500"/>
            <a:ext cx="25400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TW" sz="1200" dirty="0" smtClean="0">
                <a:solidFill>
                  <a:srgbClr val="808080"/>
                </a:solidFill>
              </a:rPr>
              <a:t>ASE Confidential / Security-C</a:t>
            </a:r>
            <a:endParaRPr lang="zh-TW" altLang="en-US" sz="1200" dirty="0">
              <a:solidFill>
                <a:srgbClr val="808080"/>
              </a:solidFill>
            </a:endParaRPr>
          </a:p>
        </p:txBody>
      </p:sp>
      <p:pic>
        <p:nvPicPr>
          <p:cNvPr id="3" name="圖片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23" name="Text Placeholder 22"/>
          <p:cNvSpPr>
            <a:spLocks noGrp="1"/>
          </p:cNvSpPr>
          <p:nvPr>
            <p:ph type="body" sz="quarter" idx="14" hasCustomPrompt="1"/>
          </p:nvPr>
        </p:nvSpPr>
        <p:spPr>
          <a:xfrm>
            <a:off x="1403648" y="2931790"/>
            <a:ext cx="3816424" cy="158417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buNone/>
              <a:defRPr sz="1800" b="0" i="0" baseline="0">
                <a:solidFill>
                  <a:schemeClr val="bg1">
                    <a:lumMod val="65000"/>
                  </a:schemeClr>
                </a:solidFill>
                <a:latin typeface="+mn-lt"/>
                <a:cs typeface="Microsoft JhengHei"/>
              </a:defRPr>
            </a:lvl1pPr>
          </a:lstStyle>
          <a:p>
            <a:pPr>
              <a:lnSpc>
                <a:spcPts val="2000"/>
              </a:lnSpc>
              <a:spcBef>
                <a:spcPts val="300"/>
              </a:spcBef>
            </a:pPr>
            <a:r>
              <a:rPr lang="de-DE" altLang="zh-TW" sz="1800" dirty="0">
                <a:latin typeface="Calibri" charset="0"/>
                <a:ea typeface="微軟正黑體" charset="-120"/>
                <a:cs typeface="Calibri" charset="0"/>
              </a:rPr>
              <a:t>NAME</a:t>
            </a:r>
          </a:p>
          <a:p>
            <a:pPr>
              <a:lnSpc>
                <a:spcPts val="2000"/>
              </a:lnSpc>
              <a:spcBef>
                <a:spcPts val="300"/>
              </a:spcBef>
            </a:pPr>
            <a:r>
              <a:rPr lang="de-DE" altLang="zh-TW" sz="1800" dirty="0">
                <a:latin typeface="Calibri" charset="0"/>
                <a:ea typeface="微軟正黑體" charset="-120"/>
                <a:cs typeface="Calibri" charset="0"/>
              </a:rPr>
              <a:t>Job Title</a:t>
            </a:r>
            <a:endParaRPr lang="en-US" altLang="zh-TW" sz="1800" dirty="0">
              <a:latin typeface="Calibri" charset="0"/>
              <a:ea typeface="微軟正黑體" charset="-120"/>
              <a:cs typeface="Calibri" charset="0"/>
            </a:endParaRPr>
          </a:p>
          <a:p>
            <a:pPr>
              <a:lnSpc>
                <a:spcPts val="2000"/>
              </a:lnSpc>
              <a:spcBef>
                <a:spcPts val="300"/>
              </a:spcBef>
            </a:pPr>
            <a:r>
              <a:rPr lang="en-US" altLang="zh-TW" sz="1800" dirty="0">
                <a:latin typeface="Calibri" charset="0"/>
                <a:ea typeface="微軟正黑體" charset="-120"/>
                <a:cs typeface="Calibri" charset="0"/>
              </a:rPr>
              <a:t>Department Name</a:t>
            </a:r>
          </a:p>
          <a:p>
            <a:pPr>
              <a:lnSpc>
                <a:spcPts val="2000"/>
              </a:lnSpc>
              <a:spcBef>
                <a:spcPts val="300"/>
              </a:spcBef>
            </a:pPr>
            <a:r>
              <a:rPr lang="en-US" altLang="zh-TW" sz="1800" dirty="0">
                <a:latin typeface="Calibri" charset="0"/>
                <a:ea typeface="微軟正黑體" charset="-120"/>
                <a:cs typeface="Calibri" charset="0"/>
              </a:rPr>
              <a:t>Company Name </a:t>
            </a:r>
          </a:p>
          <a:p>
            <a:pPr>
              <a:lnSpc>
                <a:spcPts val="2000"/>
              </a:lnSpc>
              <a:spcBef>
                <a:spcPts val="300"/>
              </a:spcBef>
            </a:pPr>
            <a:r>
              <a:rPr lang="en-US" altLang="zh-TW" sz="1800" dirty="0">
                <a:latin typeface="Calibri" charset="0"/>
                <a:ea typeface="微軟正黑體" charset="-120"/>
                <a:cs typeface="Calibri" charset="0"/>
              </a:rPr>
              <a:t>Apr. 7, 2017</a:t>
            </a:r>
          </a:p>
        </p:txBody>
      </p:sp>
      <p:sp>
        <p:nvSpPr>
          <p:cNvPr id="2" name="文字方塊 1"/>
          <p:cNvSpPr txBox="1"/>
          <p:nvPr userDrawn="1"/>
        </p:nvSpPr>
        <p:spPr>
          <a:xfrm>
            <a:off x="1828801" y="633714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13" name="標題 1"/>
          <p:cNvSpPr>
            <a:spLocks noGrp="1"/>
          </p:cNvSpPr>
          <p:nvPr>
            <p:ph type="title" hasCustomPrompt="1"/>
          </p:nvPr>
        </p:nvSpPr>
        <p:spPr>
          <a:xfrm>
            <a:off x="1403648" y="1059582"/>
            <a:ext cx="4968552" cy="1656184"/>
          </a:xfrm>
        </p:spPr>
        <p:txBody>
          <a:bodyPr anchor="t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baseline="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charset="0"/>
                <a:ea typeface="微軟正黑體" charset="-120"/>
                <a:cs typeface="Calibri" charset="0"/>
              </a:rPr>
              <a:t>ASE Corporate Profile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j-ea"/>
              <a:cs typeface="+mj-cs"/>
            </a:endParaRPr>
          </a:p>
        </p:txBody>
      </p:sp>
    </p:spTree>
    <p:extLst/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437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287" cy="5143500"/>
          </a:xfrm>
          <a:prstGeom prst="rect">
            <a:avLst/>
          </a:prstGeom>
        </p:spPr>
      </p:pic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7504" y="59126"/>
            <a:ext cx="8119814" cy="4076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endParaRPr kumimoji="1"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95536" y="789553"/>
            <a:ext cx="8119814" cy="3843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 smtClean="0"/>
              <a:t>第一層</a:t>
            </a:r>
            <a:endParaRPr kumimoji="1" lang="en-US" altLang="zh-TW" dirty="0" smtClean="0"/>
          </a:p>
          <a:p>
            <a:pPr lvl="1"/>
            <a:r>
              <a:rPr kumimoji="1" lang="zh-TW" altLang="en-US" dirty="0" smtClean="0"/>
              <a:t>第二層</a:t>
            </a:r>
            <a:endParaRPr kumimoji="1" lang="en-US" altLang="zh-TW" dirty="0" smtClean="0"/>
          </a:p>
          <a:p>
            <a:pPr lvl="2"/>
            <a:r>
              <a:rPr kumimoji="1" lang="zh-TW" altLang="en-US" dirty="0" smtClean="0"/>
              <a:t>第三層</a:t>
            </a:r>
            <a:endParaRPr kumimoji="1" lang="en-US" altLang="zh-TW" dirty="0" smtClean="0"/>
          </a:p>
          <a:p>
            <a:pPr lvl="3"/>
            <a:r>
              <a:rPr kumimoji="1" lang="zh-TW" altLang="en-US" dirty="0" smtClean="0"/>
              <a:t>第四層</a:t>
            </a:r>
            <a:endParaRPr kumimoji="1" lang="zh-TW" altLang="en-US" dirty="0"/>
          </a:p>
        </p:txBody>
      </p:sp>
      <p:sp>
        <p:nvSpPr>
          <p:cNvPr id="9" name="Slide Number Placeholder 4"/>
          <p:cNvSpPr txBox="1">
            <a:spLocks/>
          </p:cNvSpPr>
          <p:nvPr/>
        </p:nvSpPr>
        <p:spPr>
          <a:xfrm>
            <a:off x="8388424" y="4740736"/>
            <a:ext cx="648072" cy="36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TW"/>
            </a:defPPr>
            <a:lvl1pPr marL="0" algn="r" defTabSz="914400" rtl="0" eaLnBrk="1" latinLnBrk="0" hangingPunct="1">
              <a:defRPr sz="1000" b="0" i="0" kern="1200" baseline="0">
                <a:solidFill>
                  <a:srgbClr val="A0A1A4"/>
                </a:solidFill>
                <a:latin typeface="+mj-lt"/>
                <a:ea typeface="+mn-ea"/>
                <a:cs typeface="Noto Sans CJK TC Regular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AE2719F-92A1-4FFE-81FF-B45F661B4D21}" type="slidenum">
              <a:rPr lang="zh-TW" altLang="en-US" sz="900" smtClean="0">
                <a:solidFill>
                  <a:srgbClr val="D2D3D4"/>
                </a:solidFill>
                <a:latin typeface="Calibri"/>
              </a:rPr>
              <a:pPr/>
              <a:t>‹#›</a:t>
            </a:fld>
            <a:r>
              <a:rPr lang="en-US" altLang="zh-TW" sz="1200" dirty="0">
                <a:solidFill>
                  <a:srgbClr val="D2D3D4"/>
                </a:solidFill>
                <a:latin typeface="Calibri"/>
              </a:rPr>
              <a:t> </a:t>
            </a:r>
            <a:endParaRPr lang="zh-TW" altLang="en-US" sz="1200" dirty="0">
              <a:solidFill>
                <a:srgbClr val="D2D3D4"/>
              </a:solidFill>
              <a:latin typeface="Calibri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6156176" y="4686404"/>
            <a:ext cx="2540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US" altLang="zh-TW" sz="1100" dirty="0" smtClean="0">
                <a:solidFill>
                  <a:srgbClr val="808080"/>
                </a:solidFill>
              </a:rPr>
              <a:t>ASE Confidential / Security-C</a:t>
            </a:r>
            <a:endParaRPr lang="zh-TW" altLang="en-US" sz="1100" dirty="0">
              <a:solidFill>
                <a:srgbClr val="8080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776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1" r:id="rId2"/>
    <p:sldLayoutId id="2147483695" r:id="rId3"/>
    <p:sldLayoutId id="2147483697" r:id="rId4"/>
    <p:sldLayoutId id="2147483698" r:id="rId5"/>
    <p:sldLayoutId id="2147483700" r:id="rId6"/>
    <p:sldLayoutId id="2147483726" r:id="rId7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baseline="0">
          <a:solidFill>
            <a:schemeClr val="tx1"/>
          </a:solidFill>
          <a:latin typeface="+mn-lt"/>
          <a:ea typeface="微軟正黑體" charset="-120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18000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charset="0"/>
        <a:buChar char="•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18000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180000" algn="l" defTabSz="914400" rtl="0" eaLnBrk="1" latinLnBrk="0" hangingPunct="1">
        <a:lnSpc>
          <a:spcPct val="90000"/>
        </a:lnSpc>
        <a:spcBef>
          <a:spcPts val="600"/>
        </a:spcBef>
        <a:buClr>
          <a:schemeClr val="accent5"/>
        </a:buClr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/>
          </p:cNvSpPr>
          <p:nvPr/>
        </p:nvSpPr>
        <p:spPr>
          <a:xfrm>
            <a:off x="0" y="-4281"/>
            <a:ext cx="9144000" cy="199767"/>
          </a:xfrm>
          <a:prstGeom prst="rect">
            <a:avLst/>
          </a:prstGeom>
          <a:solidFill>
            <a:srgbClr val="3C4862"/>
          </a:solidFill>
        </p:spPr>
        <p:txBody>
          <a:bodyPr vert="horz" lIns="91134" tIns="45567" rIns="91134" bIns="45567" rtlCol="0" anchor="ctr">
            <a:no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3400" b="1" baseline="0">
                <a:solidFill>
                  <a:schemeClr val="bg1"/>
                </a:solidFill>
                <a:latin typeface="Calibri" charset="0"/>
                <a:ea typeface="微軟正黑體" charset="-120"/>
                <a:cs typeface="Calibri" charset="0"/>
              </a:defRPr>
            </a:lvl1pPr>
          </a:lstStyle>
          <a:p>
            <a:pPr algn="ctr">
              <a:defRPr/>
            </a:pPr>
            <a:r>
              <a:rPr lang="zh-TW" altLang="en-US" sz="1400" dirty="0" smtClean="0">
                <a:latin typeface="+mn-ea"/>
                <a:ea typeface="+mn-ea"/>
              </a:rPr>
              <a:t>困難點會議 線上網頁項目條件 </a:t>
            </a:r>
            <a:r>
              <a:rPr lang="en-US" altLang="zh-TW" sz="1400" dirty="0" smtClean="0">
                <a:latin typeface="+mn-ea"/>
                <a:ea typeface="+mn-ea"/>
              </a:rPr>
              <a:t>W49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107504" y="267494"/>
            <a:ext cx="856895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latin typeface="+mn-ea"/>
              </a:rPr>
              <a:t>1.</a:t>
            </a:r>
            <a:r>
              <a:rPr lang="zh-TW" altLang="en-US" b="1" dirty="0" smtClean="0">
                <a:latin typeface="+mn-ea"/>
              </a:rPr>
              <a:t>新增上傳圖片功能</a:t>
            </a:r>
            <a:r>
              <a:rPr lang="en-US" altLang="zh-TW" b="1" dirty="0" smtClean="0">
                <a:latin typeface="+mn-ea"/>
              </a:rPr>
              <a:t>(JPG</a:t>
            </a:r>
            <a:r>
              <a:rPr lang="zh-TW" altLang="en-US" b="1" dirty="0" smtClean="0">
                <a:latin typeface="+mn-ea"/>
              </a:rPr>
              <a:t>、</a:t>
            </a:r>
            <a:r>
              <a:rPr lang="en-US" altLang="zh-TW" b="1" dirty="0" smtClean="0">
                <a:latin typeface="+mn-ea"/>
              </a:rPr>
              <a:t>PNG)</a:t>
            </a:r>
            <a:r>
              <a:rPr lang="zh-TW" altLang="en-US" b="1" dirty="0" smtClean="0">
                <a:latin typeface="+mn-ea"/>
              </a:rPr>
              <a:t>，不限制檔案數量。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2.</a:t>
            </a:r>
            <a:r>
              <a:rPr lang="zh-TW" altLang="en-US" b="1" dirty="0" smtClean="0">
                <a:latin typeface="+mn-ea"/>
              </a:rPr>
              <a:t>提案人提案後狀態在</a:t>
            </a:r>
            <a:r>
              <a:rPr lang="en-US" altLang="zh-TW" b="1" dirty="0" smtClean="0">
                <a:latin typeface="+mn-ea"/>
              </a:rPr>
              <a:t>New</a:t>
            </a:r>
            <a:r>
              <a:rPr lang="zh-TW" altLang="en-US" b="1" dirty="0" smtClean="0">
                <a:latin typeface="+mn-ea"/>
              </a:rPr>
              <a:t>時都還可變更內容</a:t>
            </a:r>
            <a:r>
              <a:rPr lang="zh-TW" altLang="en-US" b="1" dirty="0">
                <a:latin typeface="+mn-ea"/>
              </a:rPr>
              <a:t>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3.</a:t>
            </a:r>
            <a:r>
              <a:rPr lang="zh-TW" altLang="en-US" b="1" dirty="0" smtClean="0">
                <a:latin typeface="+mn-ea"/>
              </a:rPr>
              <a:t>新增問題回饋，可否設計在進度紀錄欄位，可篩選要在首頁看到哪個類別。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 smtClean="0"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4.</a:t>
            </a:r>
            <a:r>
              <a:rPr lang="zh-TW" altLang="en-US" b="1" dirty="0" smtClean="0">
                <a:latin typeface="+mn-ea"/>
              </a:rPr>
              <a:t>新增狀態 </a:t>
            </a:r>
            <a:r>
              <a:rPr lang="en-US" altLang="zh-TW" b="1" dirty="0" smtClean="0">
                <a:latin typeface="+mn-ea"/>
              </a:rPr>
              <a:t>Over time</a:t>
            </a:r>
            <a:r>
              <a:rPr lang="zh-TW" altLang="en-US" b="1" dirty="0" smtClean="0">
                <a:latin typeface="+mn-ea"/>
              </a:rPr>
              <a:t> ，並且計數</a:t>
            </a:r>
            <a:r>
              <a:rPr lang="zh-TW" altLang="en-US" b="1" dirty="0">
                <a:latin typeface="+mn-ea"/>
              </a:rPr>
              <a:t>距</a:t>
            </a:r>
            <a:r>
              <a:rPr lang="zh-TW" altLang="en-US" b="1" dirty="0" smtClean="0">
                <a:latin typeface="+mn-ea"/>
              </a:rPr>
              <a:t>今，</a:t>
            </a:r>
            <a:r>
              <a:rPr lang="en-US" altLang="zh-TW" b="1" dirty="0" smtClean="0">
                <a:latin typeface="+mn-ea"/>
              </a:rPr>
              <a:t>Pending</a:t>
            </a:r>
            <a:r>
              <a:rPr lang="zh-TW" altLang="en-US" b="1" dirty="0" smtClean="0">
                <a:latin typeface="+mn-ea"/>
              </a:rPr>
              <a:t>恢復計數。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5.</a:t>
            </a:r>
            <a:r>
              <a:rPr lang="zh-TW" altLang="en-US" b="1" dirty="0" smtClean="0">
                <a:latin typeface="+mn-ea"/>
              </a:rPr>
              <a:t>圖表 新增</a:t>
            </a:r>
            <a:r>
              <a:rPr lang="zh-TW" altLang="en-US" b="1" dirty="0">
                <a:latin typeface="+mn-ea"/>
              </a:rPr>
              <a:t>一</a:t>
            </a:r>
            <a:r>
              <a:rPr lang="zh-TW" altLang="en-US" b="1" dirty="0" smtClean="0">
                <a:latin typeface="+mn-ea"/>
              </a:rPr>
              <a:t>圖表 </a:t>
            </a:r>
            <a:r>
              <a:rPr lang="en-US" altLang="zh-TW" b="1" dirty="0" smtClean="0">
                <a:latin typeface="+mn-ea"/>
              </a:rPr>
              <a:t>x</a:t>
            </a:r>
            <a:r>
              <a:rPr lang="zh-TW" altLang="en-US" b="1" dirty="0" smtClean="0">
                <a:latin typeface="+mn-ea"/>
              </a:rPr>
              <a:t>向負責人 </a:t>
            </a:r>
            <a:r>
              <a:rPr lang="en-US" altLang="zh-TW" b="1" dirty="0" smtClean="0">
                <a:latin typeface="+mn-ea"/>
              </a:rPr>
              <a:t>y</a:t>
            </a:r>
            <a:r>
              <a:rPr lang="zh-TW" altLang="en-US" b="1" dirty="0" smtClean="0">
                <a:latin typeface="+mn-ea"/>
              </a:rPr>
              <a:t>向拒今天數，可篩選</a:t>
            </a:r>
            <a:r>
              <a:rPr lang="en-US" altLang="zh-TW" b="1" dirty="0" smtClean="0">
                <a:latin typeface="+mn-ea"/>
              </a:rPr>
              <a:t>On Going</a:t>
            </a:r>
            <a:r>
              <a:rPr lang="zh-TW" altLang="en-US" b="1" dirty="0" smtClean="0">
                <a:latin typeface="+mn-ea"/>
              </a:rPr>
              <a:t>、</a:t>
            </a:r>
            <a:r>
              <a:rPr lang="en-US" altLang="zh-TW" b="1" dirty="0">
                <a:latin typeface="+mn-ea"/>
              </a:rPr>
              <a:t> </a:t>
            </a:r>
            <a:r>
              <a:rPr lang="en-US" altLang="zh-TW" b="1" dirty="0" smtClean="0">
                <a:latin typeface="+mn-ea"/>
              </a:rPr>
              <a:t>Pending</a:t>
            </a:r>
            <a:r>
              <a:rPr lang="zh-TW" altLang="en-US" b="1" dirty="0" smtClean="0">
                <a:latin typeface="+mn-ea"/>
              </a:rPr>
              <a:t>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6.</a:t>
            </a:r>
            <a:r>
              <a:rPr lang="zh-TW" altLang="en-US" b="1" dirty="0" smtClean="0">
                <a:latin typeface="+mn-ea"/>
              </a:rPr>
              <a:t>下載</a:t>
            </a:r>
            <a:r>
              <a:rPr lang="en-US" altLang="zh-TW" b="1" dirty="0">
                <a:latin typeface="+mn-ea"/>
              </a:rPr>
              <a:t>.</a:t>
            </a:r>
            <a:r>
              <a:rPr lang="en-US" altLang="zh-TW" b="1" dirty="0" smtClean="0">
                <a:latin typeface="+mn-ea"/>
              </a:rPr>
              <a:t>xlsx</a:t>
            </a:r>
            <a:r>
              <a:rPr lang="zh-TW" altLang="en-US" b="1" dirty="0" smtClean="0">
                <a:latin typeface="+mn-ea"/>
              </a:rPr>
              <a:t> 顏色 → 結案：綠色、執行中：黃色、待執行：紅色、新提案：橘色 。</a:t>
            </a:r>
            <a:endParaRPr lang="en-US" altLang="zh-TW" b="1" dirty="0" smtClean="0">
              <a:latin typeface="+mn-ea"/>
            </a:endParaRPr>
          </a:p>
          <a:p>
            <a:r>
              <a:rPr lang="zh-TW" altLang="en-US" b="1" dirty="0" smtClean="0">
                <a:latin typeface="+mn-ea"/>
              </a:rPr>
              <a:t>    問題描述</a:t>
            </a:r>
            <a:r>
              <a:rPr lang="zh-TW" altLang="en-US" b="1" dirty="0">
                <a:latin typeface="+mn-ea"/>
              </a:rPr>
              <a:t>、進度</a:t>
            </a:r>
            <a:r>
              <a:rPr lang="zh-TW" altLang="en-US" b="1" dirty="0" smtClean="0">
                <a:latin typeface="+mn-ea"/>
              </a:rPr>
              <a:t>紀錄 </a:t>
            </a:r>
            <a:r>
              <a:rPr lang="zh-TW" altLang="en-US" b="1" dirty="0">
                <a:latin typeface="+mn-ea"/>
              </a:rPr>
              <a:t>斷</a:t>
            </a:r>
            <a:r>
              <a:rPr lang="zh-TW" altLang="en-US" b="1" dirty="0" smtClean="0">
                <a:latin typeface="+mn-ea"/>
              </a:rPr>
              <a:t>行</a:t>
            </a:r>
            <a:r>
              <a:rPr lang="en-US" altLang="zh-TW" b="1" dirty="0" smtClean="0">
                <a:latin typeface="+mn-ea"/>
              </a:rPr>
              <a:t>?</a:t>
            </a:r>
            <a:r>
              <a:rPr lang="zh-TW" altLang="en-US" b="1" dirty="0" smtClean="0">
                <a:latin typeface="+mn-ea"/>
              </a:rPr>
              <a:t>設定行距</a:t>
            </a:r>
            <a:r>
              <a:rPr lang="en-US" altLang="zh-TW" b="1" dirty="0" smtClean="0">
                <a:latin typeface="+mn-ea"/>
              </a:rPr>
              <a:t>?</a:t>
            </a:r>
            <a:r>
              <a:rPr lang="zh-TW" altLang="en-US" b="1" dirty="0" smtClean="0">
                <a:latin typeface="新細明體"/>
                <a:ea typeface="新細明體"/>
              </a:rPr>
              <a:t>。</a:t>
            </a:r>
            <a:endParaRPr lang="en-US" altLang="zh-TW" b="1" dirty="0">
              <a:latin typeface="+mn-ea"/>
            </a:endParaRPr>
          </a:p>
          <a:p>
            <a:r>
              <a:rPr lang="zh-TW" altLang="en-US" dirty="0" smtClean="0"/>
              <a:t> 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13729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/>
          </p:cNvSpPr>
          <p:nvPr/>
        </p:nvSpPr>
        <p:spPr>
          <a:xfrm>
            <a:off x="0" y="-4281"/>
            <a:ext cx="9144000" cy="199767"/>
          </a:xfrm>
          <a:prstGeom prst="rect">
            <a:avLst/>
          </a:prstGeom>
          <a:solidFill>
            <a:srgbClr val="3C4862"/>
          </a:solidFill>
        </p:spPr>
        <p:txBody>
          <a:bodyPr vert="horz" lIns="91134" tIns="45567" rIns="91134" bIns="45567" rtlCol="0" anchor="ctr">
            <a:no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3400" b="1" baseline="0">
                <a:solidFill>
                  <a:schemeClr val="bg1"/>
                </a:solidFill>
                <a:latin typeface="Calibri" charset="0"/>
                <a:ea typeface="微軟正黑體" charset="-120"/>
                <a:cs typeface="Calibri" charset="0"/>
              </a:defRPr>
            </a:lvl1pPr>
          </a:lstStyle>
          <a:p>
            <a:pPr algn="ctr">
              <a:defRPr/>
            </a:pPr>
            <a:r>
              <a:rPr lang="zh-TW" altLang="en-US" sz="1400" dirty="0" smtClean="0">
                <a:latin typeface="+mn-ea"/>
                <a:ea typeface="+mn-ea"/>
              </a:rPr>
              <a:t>困難點會議 線上網頁項目條件 </a:t>
            </a:r>
            <a:r>
              <a:rPr lang="en-US" altLang="zh-TW" sz="1400" dirty="0" smtClean="0">
                <a:latin typeface="+mn-ea"/>
                <a:ea typeface="+mn-ea"/>
              </a:rPr>
              <a:t>W50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107504" y="267494"/>
            <a:ext cx="85689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1.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新增總攬圖表規則</a:t>
            </a:r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r>
              <a:rPr lang="zh-TW" altLang="en-US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  計數時只有當周是浮動值，過往資料需固定，時間點就在每周六</a:t>
            </a:r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0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點更新。</a:t>
            </a:r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endParaRPr lang="en-US" altLang="zh-TW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2.</a:t>
            </a:r>
            <a:r>
              <a:rPr lang="zh-TW" altLang="en-US" b="1" dirty="0">
                <a:latin typeface="+mn-ea"/>
              </a:rPr>
              <a:t>總攬</a:t>
            </a:r>
            <a:r>
              <a:rPr lang="zh-TW" altLang="en-US" b="1" dirty="0" smtClean="0">
                <a:latin typeface="+mn-ea"/>
              </a:rPr>
              <a:t>圖表棒狀頂峰顯示數值。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3.Closed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狀態是否可區分當週與過往。</a:t>
            </a:r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endParaRPr lang="en-US" altLang="zh-TW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4.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系統首頁是否可提示有</a:t>
            </a:r>
            <a:r>
              <a:rPr lang="zh-TW" altLang="en-US" b="1" dirty="0">
                <a:solidFill>
                  <a:srgbClr val="FF0000"/>
                </a:solidFill>
                <a:latin typeface="+mn-ea"/>
              </a:rPr>
              <a:t>新增</a:t>
            </a:r>
            <a:r>
              <a:rPr lang="zh-TW" altLang="en-US" b="1" dirty="0" smtClean="0">
                <a:solidFill>
                  <a:srgbClr val="FF0000"/>
                </a:solidFill>
                <a:latin typeface="+mn-ea"/>
              </a:rPr>
              <a:t>留言</a:t>
            </a:r>
            <a:r>
              <a:rPr lang="zh-TW" altLang="en-US" b="1" dirty="0" smtClean="0">
                <a:solidFill>
                  <a:srgbClr val="FF0000"/>
                </a:solidFill>
                <a:latin typeface="新細明體"/>
                <a:ea typeface="新細明體"/>
              </a:rPr>
              <a:t>。</a:t>
            </a:r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endParaRPr lang="en-US" altLang="zh-TW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TW" b="1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5.</a:t>
            </a:r>
            <a:r>
              <a:rPr lang="zh-TW" altLang="en-US" b="1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新增兩個輸入變數，計算效益供管理員使用</a:t>
            </a:r>
            <a:r>
              <a:rPr lang="zh-TW" altLang="en-US" b="1" dirty="0" smtClean="0">
                <a:solidFill>
                  <a:schemeClr val="bg1">
                    <a:lumMod val="75000"/>
                  </a:schemeClr>
                </a:solidFill>
                <a:latin typeface="+mn-ea"/>
              </a:rPr>
              <a:t>。此項目要修改 先不用做</a:t>
            </a:r>
            <a:endParaRPr lang="en-US" altLang="zh-TW" b="1" dirty="0" smtClean="0">
              <a:solidFill>
                <a:schemeClr val="bg1">
                  <a:lumMod val="75000"/>
                </a:schemeClr>
              </a:solidFill>
              <a:latin typeface="+mn-ea"/>
            </a:endParaRPr>
          </a:p>
          <a:p>
            <a:endParaRPr lang="en-US" altLang="zh-TW" b="1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1096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 txBox="1">
            <a:spLocks/>
          </p:cNvSpPr>
          <p:nvPr/>
        </p:nvSpPr>
        <p:spPr>
          <a:xfrm>
            <a:off x="0" y="-4281"/>
            <a:ext cx="9144000" cy="199767"/>
          </a:xfrm>
          <a:prstGeom prst="rect">
            <a:avLst/>
          </a:prstGeom>
          <a:solidFill>
            <a:srgbClr val="3C4862"/>
          </a:solidFill>
        </p:spPr>
        <p:txBody>
          <a:bodyPr vert="horz" lIns="91134" tIns="45567" rIns="91134" bIns="45567" rtlCol="0" anchor="ctr">
            <a:noAutofit/>
          </a:bodyPr>
          <a:lstStyle>
            <a:lvl1pPr defTabSz="914400">
              <a:lnSpc>
                <a:spcPct val="90000"/>
              </a:lnSpc>
              <a:spcBef>
                <a:spcPct val="0"/>
              </a:spcBef>
              <a:buNone/>
              <a:defRPr sz="3400" b="1" baseline="0">
                <a:solidFill>
                  <a:schemeClr val="bg1"/>
                </a:solidFill>
                <a:latin typeface="Calibri" charset="0"/>
                <a:ea typeface="微軟正黑體" charset="-120"/>
                <a:cs typeface="Calibri" charset="0"/>
              </a:defRPr>
            </a:lvl1pPr>
          </a:lstStyle>
          <a:p>
            <a:pPr algn="ctr">
              <a:defRPr/>
            </a:pPr>
            <a:r>
              <a:rPr lang="zh-TW" altLang="en-US" sz="1400" dirty="0" smtClean="0">
                <a:latin typeface="+mn-ea"/>
                <a:ea typeface="+mn-ea"/>
              </a:rPr>
              <a:t>困難點會議 線上網頁項目條件 </a:t>
            </a:r>
            <a:r>
              <a:rPr lang="en-US" altLang="zh-TW" sz="1400" dirty="0" smtClean="0">
                <a:latin typeface="+mn-ea"/>
                <a:ea typeface="+mn-ea"/>
              </a:rPr>
              <a:t>W52</a:t>
            </a:r>
            <a:endParaRPr lang="en-US" altLang="zh-TW" sz="1400" dirty="0" smtClean="0">
              <a:latin typeface="+mn-ea"/>
              <a:ea typeface="+mn-ea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07504" y="267494"/>
            <a:ext cx="85689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1</a:t>
            </a:r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.</a:t>
            </a:r>
            <a:r>
              <a:rPr lang="zh-TW" altLang="en-US" b="1" dirty="0">
                <a:solidFill>
                  <a:srgbClr val="FF0000"/>
                </a:solidFill>
                <a:latin typeface="+mn-ea"/>
              </a:rPr>
              <a:t>類別新增 日常 </a:t>
            </a:r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endParaRPr lang="en-US" altLang="zh-TW" b="1" dirty="0">
              <a:solidFill>
                <a:srgbClr val="FF0000"/>
              </a:solidFill>
              <a:latin typeface="+mn-ea"/>
            </a:endParaRPr>
          </a:p>
          <a:p>
            <a:r>
              <a:rPr lang="en-US" altLang="zh-TW" b="1" dirty="0" smtClean="0">
                <a:latin typeface="+mn-ea"/>
              </a:rPr>
              <a:t>2</a:t>
            </a:r>
            <a:r>
              <a:rPr lang="en-US" altLang="zh-TW" b="1" dirty="0" smtClean="0">
                <a:latin typeface="+mn-ea"/>
              </a:rPr>
              <a:t>.</a:t>
            </a:r>
            <a:r>
              <a:rPr lang="zh-TW" altLang="en-US" b="1" dirty="0">
                <a:latin typeface="+mn-ea"/>
              </a:rPr>
              <a:t>首頁的 項次、距今 預設改成隱藏  </a:t>
            </a:r>
          </a:p>
          <a:p>
            <a:r>
              <a:rPr lang="zh-TW" altLang="en-US" b="1" dirty="0" smtClean="0">
                <a:latin typeface="+mn-ea"/>
              </a:rPr>
              <a:t>   將</a:t>
            </a:r>
            <a:r>
              <a:rPr lang="zh-TW" altLang="en-US" b="1" dirty="0">
                <a:latin typeface="+mn-ea"/>
              </a:rPr>
              <a:t>專案 </a:t>
            </a:r>
            <a:r>
              <a:rPr lang="en-US" altLang="zh-TW" b="1" dirty="0">
                <a:latin typeface="+mn-ea"/>
              </a:rPr>
              <a:t>Owner </a:t>
            </a:r>
            <a:r>
              <a:rPr lang="zh-TW" altLang="en-US" b="1" dirty="0">
                <a:latin typeface="+mn-ea"/>
              </a:rPr>
              <a:t>預設</a:t>
            </a:r>
            <a:r>
              <a:rPr lang="zh-TW" altLang="en-US" b="1" dirty="0" smtClean="0">
                <a:latin typeface="+mn-ea"/>
              </a:rPr>
              <a:t>開啟</a:t>
            </a:r>
            <a:endParaRPr lang="en-US" altLang="zh-TW" b="1" dirty="0" smtClean="0">
              <a:latin typeface="+mn-ea"/>
            </a:endParaRPr>
          </a:p>
          <a:p>
            <a:endParaRPr lang="en-US" altLang="zh-TW" b="1" dirty="0" smtClean="0">
              <a:solidFill>
                <a:srgbClr val="FF0000"/>
              </a:solidFill>
              <a:latin typeface="+mn-ea"/>
            </a:endParaRPr>
          </a:p>
          <a:p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3.</a:t>
            </a:r>
            <a:r>
              <a:rPr lang="zh-TW" altLang="en-US" b="1" dirty="0">
                <a:solidFill>
                  <a:srgbClr val="FF0000"/>
                </a:solidFill>
                <a:latin typeface="+mn-ea"/>
              </a:rPr>
              <a:t>留言 標記人關注可能</a:t>
            </a:r>
            <a:r>
              <a:rPr lang="en-US" altLang="zh-TW" b="1" dirty="0" smtClean="0">
                <a:solidFill>
                  <a:srgbClr val="FF0000"/>
                </a:solidFill>
                <a:latin typeface="+mn-ea"/>
              </a:rPr>
              <a:t>?</a:t>
            </a:r>
          </a:p>
          <a:p>
            <a:endParaRPr lang="en-US" altLang="zh-TW" b="1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19885981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ackgroun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中-微軟正黑_英-Calibri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Security C</Template>
  <TotalTime>75245</TotalTime>
  <Words>276</Words>
  <Application>Microsoft Office PowerPoint</Application>
  <PresentationFormat>如螢幕大小 (16:9)</PresentationFormat>
  <Paragraphs>34</Paragraphs>
  <Slides>3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Light background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LOGO</dc:title>
  <dc:creator>amylee</dc:creator>
  <cp:keywords>Security C</cp:keywords>
  <dc:description>Security C</dc:description>
  <cp:lastModifiedBy>蔡宗佑</cp:lastModifiedBy>
  <cp:revision>1115</cp:revision>
  <cp:lastPrinted>2020-04-15T07:09:34Z</cp:lastPrinted>
  <dcterms:created xsi:type="dcterms:W3CDTF">2012-10-17T06:05:49Z</dcterms:created>
  <dcterms:modified xsi:type="dcterms:W3CDTF">2025-12-23T06:50:38Z</dcterms:modified>
</cp:coreProperties>
</file>